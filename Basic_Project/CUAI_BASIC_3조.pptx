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9" r:id="rId4"/>
    <p:sldId id="263" r:id="rId5"/>
    <p:sldId id="264" r:id="rId6"/>
    <p:sldId id="265" r:id="rId7"/>
    <p:sldId id="266" r:id="rId8"/>
    <p:sldId id="262" r:id="rId9"/>
    <p:sldId id="260" r:id="rId10"/>
    <p:sldId id="261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02472-B299-4279-A04F-18D111FF7D24}" v="5" dt="2025-05-27T07:33:44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미 김" userId="f23ce5eb9cecac01" providerId="LiveId" clId="{1BD02472-B299-4279-A04F-18D111FF7D24}"/>
    <pc:docChg chg="undo custSel addSld delSld modSld">
      <pc:chgData name="승미 김" userId="f23ce5eb9cecac01" providerId="LiveId" clId="{1BD02472-B299-4279-A04F-18D111FF7D24}" dt="2025-05-27T07:34:13.097" v="498" actId="1076"/>
      <pc:docMkLst>
        <pc:docMk/>
      </pc:docMkLst>
      <pc:sldChg chg="modSp mod">
        <pc:chgData name="승미 김" userId="f23ce5eb9cecac01" providerId="LiveId" clId="{1BD02472-B299-4279-A04F-18D111FF7D24}" dt="2025-05-27T06:40:29.641" v="48" actId="14100"/>
        <pc:sldMkLst>
          <pc:docMk/>
          <pc:sldMk cId="460534610" sldId="266"/>
        </pc:sldMkLst>
        <pc:spChg chg="mod">
          <ac:chgData name="승미 김" userId="f23ce5eb9cecac01" providerId="LiveId" clId="{1BD02472-B299-4279-A04F-18D111FF7D24}" dt="2025-05-27T06:40:29.641" v="48" actId="14100"/>
          <ac:spMkLst>
            <pc:docMk/>
            <pc:sldMk cId="460534610" sldId="266"/>
            <ac:spMk id="3" creationId="{31151844-4740-068D-183D-5C66D89101A4}"/>
          </ac:spMkLst>
        </pc:spChg>
      </pc:sldChg>
      <pc:sldChg chg="modSp mod">
        <pc:chgData name="승미 김" userId="f23ce5eb9cecac01" providerId="LiveId" clId="{1BD02472-B299-4279-A04F-18D111FF7D24}" dt="2025-05-27T06:52:50.193" v="75" actId="20577"/>
        <pc:sldMkLst>
          <pc:docMk/>
          <pc:sldMk cId="2667732916" sldId="267"/>
        </pc:sldMkLst>
        <pc:spChg chg="mod">
          <ac:chgData name="승미 김" userId="f23ce5eb9cecac01" providerId="LiveId" clId="{1BD02472-B299-4279-A04F-18D111FF7D24}" dt="2025-05-27T06:52:50.193" v="75" actId="20577"/>
          <ac:spMkLst>
            <pc:docMk/>
            <pc:sldMk cId="2667732916" sldId="267"/>
            <ac:spMk id="4" creationId="{B4972B7C-DF43-8B1B-DD75-688FC8168CD0}"/>
          </ac:spMkLst>
        </pc:spChg>
      </pc:sldChg>
      <pc:sldChg chg="modSp mod">
        <pc:chgData name="승미 김" userId="f23ce5eb9cecac01" providerId="LiveId" clId="{1BD02472-B299-4279-A04F-18D111FF7D24}" dt="2025-05-27T07:02:29.236" v="98" actId="20577"/>
        <pc:sldMkLst>
          <pc:docMk/>
          <pc:sldMk cId="3144020420" sldId="271"/>
        </pc:sldMkLst>
        <pc:spChg chg="mod">
          <ac:chgData name="승미 김" userId="f23ce5eb9cecac01" providerId="LiveId" clId="{1BD02472-B299-4279-A04F-18D111FF7D24}" dt="2025-05-27T07:02:29.236" v="98" actId="20577"/>
          <ac:spMkLst>
            <pc:docMk/>
            <pc:sldMk cId="3144020420" sldId="271"/>
            <ac:spMk id="3" creationId="{99856DEE-E776-6704-C1F8-5640FF3EC082}"/>
          </ac:spMkLst>
        </pc:spChg>
      </pc:sldChg>
      <pc:sldChg chg="modSp mod">
        <pc:chgData name="승미 김" userId="f23ce5eb9cecac01" providerId="LiveId" clId="{1BD02472-B299-4279-A04F-18D111FF7D24}" dt="2025-05-27T07:05:50.316" v="135" actId="20577"/>
        <pc:sldMkLst>
          <pc:docMk/>
          <pc:sldMk cId="4148140025" sldId="275"/>
        </pc:sldMkLst>
        <pc:spChg chg="mod">
          <ac:chgData name="승미 김" userId="f23ce5eb9cecac01" providerId="LiveId" clId="{1BD02472-B299-4279-A04F-18D111FF7D24}" dt="2025-05-27T07:05:50.316" v="135" actId="20577"/>
          <ac:spMkLst>
            <pc:docMk/>
            <pc:sldMk cId="4148140025" sldId="275"/>
            <ac:spMk id="4" creationId="{CFEFD8E0-460A-F82F-A6E9-44598DD02684}"/>
          </ac:spMkLst>
        </pc:spChg>
      </pc:sldChg>
      <pc:sldChg chg="addSp delSp modSp add mod">
        <pc:chgData name="승미 김" userId="f23ce5eb9cecac01" providerId="LiveId" clId="{1BD02472-B299-4279-A04F-18D111FF7D24}" dt="2025-05-27T07:23:34.570" v="188" actId="20577"/>
        <pc:sldMkLst>
          <pc:docMk/>
          <pc:sldMk cId="2684508339" sldId="279"/>
        </pc:sldMkLst>
        <pc:spChg chg="mod">
          <ac:chgData name="승미 김" userId="f23ce5eb9cecac01" providerId="LiveId" clId="{1BD02472-B299-4279-A04F-18D111FF7D24}" dt="2025-05-27T07:16:01.667" v="169" actId="20577"/>
          <ac:spMkLst>
            <pc:docMk/>
            <pc:sldMk cId="2684508339" sldId="279"/>
            <ac:spMk id="3" creationId="{91879C12-EECF-F3A3-5568-5240D673FC42}"/>
          </ac:spMkLst>
        </pc:spChg>
        <pc:spChg chg="mod">
          <ac:chgData name="승미 김" userId="f23ce5eb9cecac01" providerId="LiveId" clId="{1BD02472-B299-4279-A04F-18D111FF7D24}" dt="2025-05-27T07:23:34.570" v="188" actId="20577"/>
          <ac:spMkLst>
            <pc:docMk/>
            <pc:sldMk cId="2684508339" sldId="279"/>
            <ac:spMk id="4" creationId="{DE2AE3F2-A564-895E-1373-ADB42130B673}"/>
          </ac:spMkLst>
        </pc:spChg>
        <pc:picChg chg="del">
          <ac:chgData name="승미 김" userId="f23ce5eb9cecac01" providerId="LiveId" clId="{1BD02472-B299-4279-A04F-18D111FF7D24}" dt="2025-05-27T07:14:36.081" v="136" actId="478"/>
          <ac:picMkLst>
            <pc:docMk/>
            <pc:sldMk cId="2684508339" sldId="279"/>
            <ac:picMk id="5" creationId="{346E4B47-9CDA-B1D8-6DA8-0978A0F63494}"/>
          </ac:picMkLst>
        </pc:picChg>
        <pc:picChg chg="del">
          <ac:chgData name="승미 김" userId="f23ce5eb9cecac01" providerId="LiveId" clId="{1BD02472-B299-4279-A04F-18D111FF7D24}" dt="2025-05-27T07:14:38.142" v="137" actId="478"/>
          <ac:picMkLst>
            <pc:docMk/>
            <pc:sldMk cId="2684508339" sldId="279"/>
            <ac:picMk id="7" creationId="{064A5D06-8CB0-F6EA-C559-26185C99D091}"/>
          </ac:picMkLst>
        </pc:picChg>
        <pc:picChg chg="add mod modCrop">
          <ac:chgData name="승미 김" userId="f23ce5eb9cecac01" providerId="LiveId" clId="{1BD02472-B299-4279-A04F-18D111FF7D24}" dt="2025-05-27T07:23:17.726" v="171" actId="732"/>
          <ac:picMkLst>
            <pc:docMk/>
            <pc:sldMk cId="2684508339" sldId="279"/>
            <ac:picMk id="8" creationId="{312CBF4F-EDF2-DA62-83F6-9AA8D0E3AD0F}"/>
          </ac:picMkLst>
        </pc:picChg>
        <pc:picChg chg="del">
          <ac:chgData name="승미 김" userId="f23ce5eb9cecac01" providerId="LiveId" clId="{1BD02472-B299-4279-A04F-18D111FF7D24}" dt="2025-05-27T07:14:38.942" v="138" actId="478"/>
          <ac:picMkLst>
            <pc:docMk/>
            <pc:sldMk cId="2684508339" sldId="279"/>
            <ac:picMk id="9" creationId="{A6FB0795-0A0A-893F-64CC-2353161AA084}"/>
          </ac:picMkLst>
        </pc:picChg>
        <pc:picChg chg="del">
          <ac:chgData name="승미 김" userId="f23ce5eb9cecac01" providerId="LiveId" clId="{1BD02472-B299-4279-A04F-18D111FF7D24}" dt="2025-05-27T07:14:40.515" v="139" actId="478"/>
          <ac:picMkLst>
            <pc:docMk/>
            <pc:sldMk cId="2684508339" sldId="279"/>
            <ac:picMk id="11" creationId="{6309050D-D3FD-91C0-0CFD-61A3AAA20F7F}"/>
          </ac:picMkLst>
        </pc:picChg>
      </pc:sldChg>
      <pc:sldChg chg="addSp delSp modSp add mod">
        <pc:chgData name="승미 김" userId="f23ce5eb9cecac01" providerId="LiveId" clId="{1BD02472-B299-4279-A04F-18D111FF7D24}" dt="2025-05-27T07:28:14.397" v="250" actId="1036"/>
        <pc:sldMkLst>
          <pc:docMk/>
          <pc:sldMk cId="3042027696" sldId="280"/>
        </pc:sldMkLst>
        <pc:spChg chg="del mod">
          <ac:chgData name="승미 김" userId="f23ce5eb9cecac01" providerId="LiveId" clId="{1BD02472-B299-4279-A04F-18D111FF7D24}" dt="2025-05-27T07:27:32.434" v="199" actId="478"/>
          <ac:spMkLst>
            <pc:docMk/>
            <pc:sldMk cId="3042027696" sldId="280"/>
            <ac:spMk id="3" creationId="{C7D61E62-7F47-CC0F-D2B9-D1DA6FB79B05}"/>
          </ac:spMkLst>
        </pc:spChg>
        <pc:picChg chg="add mod">
          <ac:chgData name="승미 김" userId="f23ce5eb9cecac01" providerId="LiveId" clId="{1BD02472-B299-4279-A04F-18D111FF7D24}" dt="2025-05-27T07:28:14.397" v="250" actId="1036"/>
          <ac:picMkLst>
            <pc:docMk/>
            <pc:sldMk cId="3042027696" sldId="280"/>
            <ac:picMk id="5" creationId="{A30D165F-D72F-B026-5BCE-842ABA7C4BED}"/>
          </ac:picMkLst>
        </pc:picChg>
        <pc:picChg chg="del">
          <ac:chgData name="승미 김" userId="f23ce5eb9cecac01" providerId="LiveId" clId="{1BD02472-B299-4279-A04F-18D111FF7D24}" dt="2025-05-27T07:25:19.146" v="189" actId="478"/>
          <ac:picMkLst>
            <pc:docMk/>
            <pc:sldMk cId="3042027696" sldId="280"/>
            <ac:picMk id="6" creationId="{CDA6B5F7-346D-944E-38BE-8E7E5BCCE1F8}"/>
          </ac:picMkLst>
        </pc:picChg>
        <pc:picChg chg="add mod">
          <ac:chgData name="승미 김" userId="f23ce5eb9cecac01" providerId="LiveId" clId="{1BD02472-B299-4279-A04F-18D111FF7D24}" dt="2025-05-27T07:28:11.187" v="223" actId="1035"/>
          <ac:picMkLst>
            <pc:docMk/>
            <pc:sldMk cId="3042027696" sldId="280"/>
            <ac:picMk id="8" creationId="{71C0C467-FAF6-095B-6920-51A076E11E5F}"/>
          </ac:picMkLst>
        </pc:picChg>
        <pc:picChg chg="del">
          <ac:chgData name="승미 김" userId="f23ce5eb9cecac01" providerId="LiveId" clId="{1BD02472-B299-4279-A04F-18D111FF7D24}" dt="2025-05-27T07:25:20.952" v="190" actId="478"/>
          <ac:picMkLst>
            <pc:docMk/>
            <pc:sldMk cId="3042027696" sldId="280"/>
            <ac:picMk id="10" creationId="{02706B9C-33C4-359D-4721-83E16C9E8589}"/>
          </ac:picMkLst>
        </pc:picChg>
        <pc:picChg chg="del">
          <ac:chgData name="승미 김" userId="f23ce5eb9cecac01" providerId="LiveId" clId="{1BD02472-B299-4279-A04F-18D111FF7D24}" dt="2025-05-27T07:25:23.229" v="192" actId="478"/>
          <ac:picMkLst>
            <pc:docMk/>
            <pc:sldMk cId="3042027696" sldId="280"/>
            <ac:picMk id="13" creationId="{958DE06B-B865-C1C2-B293-F8FE85A655D9}"/>
          </ac:picMkLst>
        </pc:picChg>
        <pc:picChg chg="del">
          <ac:chgData name="승미 김" userId="f23ce5eb9cecac01" providerId="LiveId" clId="{1BD02472-B299-4279-A04F-18D111FF7D24}" dt="2025-05-27T07:25:24.274" v="193" actId="478"/>
          <ac:picMkLst>
            <pc:docMk/>
            <pc:sldMk cId="3042027696" sldId="280"/>
            <ac:picMk id="15" creationId="{FE7ED7C0-8410-9779-B03B-EB68B1397599}"/>
          </ac:picMkLst>
        </pc:picChg>
      </pc:sldChg>
      <pc:sldChg chg="addSp delSp modSp add mod">
        <pc:chgData name="승미 김" userId="f23ce5eb9cecac01" providerId="LiveId" clId="{1BD02472-B299-4279-A04F-18D111FF7D24}" dt="2025-05-27T07:31:17.285" v="421" actId="1076"/>
        <pc:sldMkLst>
          <pc:docMk/>
          <pc:sldMk cId="4283386861" sldId="281"/>
        </pc:sldMkLst>
        <pc:spChg chg="mod">
          <ac:chgData name="승미 김" userId="f23ce5eb9cecac01" providerId="LiveId" clId="{1BD02472-B299-4279-A04F-18D111FF7D24}" dt="2025-05-27T07:29:24.620" v="292" actId="20577"/>
          <ac:spMkLst>
            <pc:docMk/>
            <pc:sldMk cId="4283386861" sldId="281"/>
            <ac:spMk id="3" creationId="{3E317DC8-87F7-C278-9CC9-01CEB9B50CC9}"/>
          </ac:spMkLst>
        </pc:spChg>
        <pc:picChg chg="del">
          <ac:chgData name="승미 김" userId="f23ce5eb9cecac01" providerId="LiveId" clId="{1BD02472-B299-4279-A04F-18D111FF7D24}" dt="2025-05-27T07:29:05.517" v="251" actId="478"/>
          <ac:picMkLst>
            <pc:docMk/>
            <pc:sldMk cId="4283386861" sldId="281"/>
            <ac:picMk id="5" creationId="{F7BB80EE-736B-069D-261C-DB365C79D60E}"/>
          </ac:picMkLst>
        </pc:picChg>
        <pc:picChg chg="add mod">
          <ac:chgData name="승미 김" userId="f23ce5eb9cecac01" providerId="LiveId" clId="{1BD02472-B299-4279-A04F-18D111FF7D24}" dt="2025-05-27T07:31:14.912" v="420" actId="1076"/>
          <ac:picMkLst>
            <pc:docMk/>
            <pc:sldMk cId="4283386861" sldId="281"/>
            <ac:picMk id="6" creationId="{F4F5C6EF-1C86-8ED6-130E-021D6AF87525}"/>
          </ac:picMkLst>
        </pc:picChg>
        <pc:picChg chg="add mod">
          <ac:chgData name="승미 김" userId="f23ce5eb9cecac01" providerId="LiveId" clId="{1BD02472-B299-4279-A04F-18D111FF7D24}" dt="2025-05-27T07:31:17.285" v="421" actId="1076"/>
          <ac:picMkLst>
            <pc:docMk/>
            <pc:sldMk cId="4283386861" sldId="281"/>
            <ac:picMk id="8" creationId="{5BD03C6F-EF18-61C0-BF33-160FA9E50732}"/>
          </ac:picMkLst>
        </pc:picChg>
      </pc:sldChg>
      <pc:sldChg chg="delSp modSp add mod">
        <pc:chgData name="승미 김" userId="f23ce5eb9cecac01" providerId="LiveId" clId="{1BD02472-B299-4279-A04F-18D111FF7D24}" dt="2025-05-27T07:34:13.097" v="498" actId="1076"/>
        <pc:sldMkLst>
          <pc:docMk/>
          <pc:sldMk cId="406980129" sldId="282"/>
        </pc:sldMkLst>
        <pc:spChg chg="mod">
          <ac:chgData name="승미 김" userId="f23ce5eb9cecac01" providerId="LiveId" clId="{1BD02472-B299-4279-A04F-18D111FF7D24}" dt="2025-05-27T07:34:13.097" v="498" actId="1076"/>
          <ac:spMkLst>
            <pc:docMk/>
            <pc:sldMk cId="406980129" sldId="282"/>
            <ac:spMk id="2" creationId="{5055DA2C-7499-B157-BA17-224832D8A05C}"/>
          </ac:spMkLst>
        </pc:spChg>
        <pc:spChg chg="del mod">
          <ac:chgData name="승미 김" userId="f23ce5eb9cecac01" providerId="LiveId" clId="{1BD02472-B299-4279-A04F-18D111FF7D24}" dt="2025-05-27T07:33:58.257" v="492"/>
          <ac:spMkLst>
            <pc:docMk/>
            <pc:sldMk cId="406980129" sldId="282"/>
            <ac:spMk id="3" creationId="{7F8A4709-53B4-6702-F885-E0DA29235A89}"/>
          </ac:spMkLst>
        </pc:spChg>
        <pc:picChg chg="del">
          <ac:chgData name="승미 김" userId="f23ce5eb9cecac01" providerId="LiveId" clId="{1BD02472-B299-4279-A04F-18D111FF7D24}" dt="2025-05-27T07:33:45.457" v="423" actId="478"/>
          <ac:picMkLst>
            <pc:docMk/>
            <pc:sldMk cId="406980129" sldId="282"/>
            <ac:picMk id="6" creationId="{693EE37B-2226-B070-E5E7-D135F4F8AE3F}"/>
          </ac:picMkLst>
        </pc:picChg>
        <pc:picChg chg="del">
          <ac:chgData name="승미 김" userId="f23ce5eb9cecac01" providerId="LiveId" clId="{1BD02472-B299-4279-A04F-18D111FF7D24}" dt="2025-05-27T07:33:47.377" v="424" actId="478"/>
          <ac:picMkLst>
            <pc:docMk/>
            <pc:sldMk cId="406980129" sldId="282"/>
            <ac:picMk id="8" creationId="{37601157-A257-9D26-A376-367E83278232}"/>
          </ac:picMkLst>
        </pc:picChg>
      </pc:sldChg>
      <pc:sldChg chg="add del">
        <pc:chgData name="승미 김" userId="f23ce5eb9cecac01" providerId="LiveId" clId="{1BD02472-B299-4279-A04F-18D111FF7D24}" dt="2025-05-27T07:23:01.579" v="170" actId="47"/>
        <pc:sldMkLst>
          <pc:docMk/>
          <pc:sldMk cId="726091440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6B0ABB1-347C-69CD-E717-1F978B66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9F0734E-F79E-5257-C889-6BBE4A91C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069ADB2-8EC7-7094-4E8B-6AE32C7442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684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C95B9A4-ED47-CB53-90B7-9CA64891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47AECC4-B1C6-8C83-5F10-5BC367C5F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AABA546-84F7-4C68-5FE6-900B1ACF9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6147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75A80E2-5F34-A9C5-2678-1A84059F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973B730-805C-030C-B6E1-477CEA561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2D84E54-4BC0-66E6-A127-EC1470479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672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8703CA6-782A-99F4-8FE0-2C53A18B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8C5ECB0-4B49-EA3B-4CE2-CD6E23CD0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0FFA0CD-91F3-227E-0250-0CE46FBD3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80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E824E4C-C692-0906-1C1C-BDD9A9C7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0629BAD-0C05-0654-F6F9-DA40C0209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EB83897-997D-0505-8F5B-90F8A589A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547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3083AAA-5237-AC63-1546-EF6EBB9C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9ABBC6EC-2923-A061-4A33-6E7A314F1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ED4CC3E7-0009-7AD4-FFE0-15A6C6658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264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D0ABEC1-FCB6-2252-86FB-AC15E6CCF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792D3DA-5483-DFA4-C7D0-042AF6B33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AF97FFD2-98E0-06CC-8021-301C7DB9B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522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AD43A0C9-60C1-47D9-44DE-2B30FA6C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5C0C3B2-DB88-14B0-217F-5C68427EC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27E55DF-FA6B-0870-4AA8-B84CF6C7B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115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9B378A4-60B5-C966-691E-0E5E606E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A8E7FCC-823C-22D7-4616-DEB224AC6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8295645-0089-6540-8A54-859F78F66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500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D4332B4-17DA-82C7-F1EB-2F6446C9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EDBA40E-7B0A-5AC6-A620-7D55FBABD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3553BBB-B3A4-D40C-5C43-A21FF254C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63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097C031F-F921-D186-9AF2-DC4C2B47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30390259-2E90-09AA-7223-67259EE71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E0B88BA-3FC0-C1A3-A221-9F7C5BB01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347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8703CA6-782A-99F4-8FE0-2C53A18B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8C5ECB0-4B49-EA3B-4CE2-CD6E23CD0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0FFA0CD-91F3-227E-0250-0CE46FBD3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80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E824E4C-C692-0906-1C1C-BDD9A9C7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0629BAD-0C05-0654-F6F9-DA40C0209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EB83897-997D-0505-8F5B-90F8A589A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547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3083AAA-5237-AC63-1546-EF6EBB9C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9ABBC6EC-2923-A061-4A33-6E7A314F1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ED4CC3E7-0009-7AD4-FFE0-15A6C6658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264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D0ABEC1-FCB6-2252-86FB-AC15E6CCF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792D3DA-5483-DFA4-C7D0-042AF6B33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AF97FFD2-98E0-06CC-8021-301C7DB9B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522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AD43A0C9-60C1-47D9-44DE-2B30FA6C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5C0C3B2-DB88-14B0-217F-5C68427EC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27E55DF-FA6B-0870-4AA8-B84CF6C7B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1151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9B378A4-60B5-C966-691E-0E5E606E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A8E7FCC-823C-22D7-4616-DEB224AC6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8295645-0089-6540-8A54-859F78F66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500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D4332B4-17DA-82C7-F1EB-2F6446C9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EDBA40E-7B0A-5AC6-A620-7D55FBABD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3553BBB-B3A4-D40C-5C43-A21FF254C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632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097C031F-F921-D186-9AF2-DC4C2B47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30390259-2E90-09AA-7223-67259EE71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E0B88BA-3FC0-C1A3-A221-9F7C5BB01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347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27108A9-6F2E-F618-807F-94430CC5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5C33E05-9133-112C-0097-BA67E9B4C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11B4D96A-8F8D-7501-1ECC-AEEE55796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336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C9E9E6D-6927-03E8-FA57-FBFF339E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5268898-72CE-8BD1-B1C1-106F702FC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BB59C41-7237-A25F-ECD8-C10B70E63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375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1A5B0213-0A33-A080-E4A2-96E7A348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51D3C46-D41B-03B9-9768-16F793971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0AD8B6C-1094-3612-329D-15C9DA7751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562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99E3551-A3CA-FC1A-5146-7D68FB11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1EF04ECA-F714-AF6B-3AC3-AED75F8D6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BC5D8AB-309E-707A-5D19-8455F6E2C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96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Basic </a:t>
            </a:r>
            <a:r>
              <a:rPr lang="ko-KR" altLang="en-US" sz="2500" b="1" dirty="0">
                <a:solidFill>
                  <a:srgbClr val="19264B"/>
                </a:solidFill>
              </a:rPr>
              <a:t>스터디 </a:t>
            </a:r>
            <a:r>
              <a:rPr lang="en-US" altLang="ko-KR" sz="2500" b="1" dirty="0">
                <a:solidFill>
                  <a:srgbClr val="19264B"/>
                </a:solidFill>
              </a:rPr>
              <a:t>3</a:t>
            </a:r>
            <a:r>
              <a:rPr lang="ko-KR" altLang="en-US" sz="2500" b="1" dirty="0">
                <a:solidFill>
                  <a:srgbClr val="19264B"/>
                </a:solidFill>
              </a:rPr>
              <a:t>조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5.05.27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 err="1">
                <a:solidFill>
                  <a:srgbClr val="19264B"/>
                </a:solidFill>
              </a:rPr>
              <a:t>김승미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이곳에 만나서 찍은 사진을 넣어주세요.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(비대면일 경우엔 화면 캡쳐 이용)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얼굴이 나오게 찍어주셔야 합니다:D</a:t>
            </a:r>
            <a:endParaRPr sz="120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524458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r>
              <a:rPr lang="en-US" alt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– </a:t>
            </a: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대면</a:t>
            </a:r>
            <a:r>
              <a:rPr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&amp;</a:t>
            </a:r>
            <a:r>
              <a:rPr lang="ko-KR" altLang="en-US" sz="20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비대면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김성민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 err="1"/>
              <a:t>김승미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</a:t>
            </a:r>
            <a:r>
              <a:rPr lang="en-US" altLang="ko" dirty="0"/>
              <a:t> </a:t>
            </a:r>
            <a:r>
              <a:rPr lang="ko-KR" altLang="en-US" dirty="0" err="1"/>
              <a:t>남승운</a:t>
            </a:r>
            <a:endParaRPr lang="en-US" altLang="ko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스터디원</a:t>
            </a:r>
            <a:r>
              <a:rPr lang="en-US" altLang="ko-KR" dirty="0"/>
              <a:t> 4 : </a:t>
            </a:r>
            <a:r>
              <a:rPr lang="ko-KR" altLang="en-US" dirty="0"/>
              <a:t>신수인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스터디원</a:t>
            </a:r>
            <a:r>
              <a:rPr lang="ko-KR" altLang="en-US" dirty="0"/>
              <a:t> </a:t>
            </a:r>
            <a:r>
              <a:rPr lang="en-US" altLang="ko-KR" dirty="0"/>
              <a:t>5 : </a:t>
            </a:r>
            <a:r>
              <a:rPr lang="ko-KR" altLang="en-US" dirty="0" err="1"/>
              <a:t>오석준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301A544C-A1BB-4775-D409-23BA20B6356C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DACON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대회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82F362-3911-4BFC-B1AC-68DCFFBBE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922" y="1074624"/>
            <a:ext cx="7627433" cy="2136675"/>
          </a:xfrm>
          <a:prstGeom prst="rect">
            <a:avLst/>
          </a:prstGeom>
        </p:spPr>
      </p:pic>
      <p:sp>
        <p:nvSpPr>
          <p:cNvPr id="8" name="Google Shape;83;p16">
            <a:extLst>
              <a:ext uri="{FF2B5EF4-FFF2-40B4-BE49-F238E27FC236}">
                <a16:creationId xmlns:a16="http://schemas.microsoft.com/office/drawing/2014/main" id="{3CE283F7-0A1B-C96F-99C1-29CE47AEC3D7}"/>
              </a:ext>
            </a:extLst>
          </p:cNvPr>
          <p:cNvSpPr txBox="1"/>
          <p:nvPr/>
        </p:nvSpPr>
        <p:spPr>
          <a:xfrm>
            <a:off x="1624565" y="3410608"/>
            <a:ext cx="6039946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NanumGothic ExtraBold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주제</a:t>
            </a:r>
            <a:r>
              <a:rPr lang="en-US" altLang="ko-KR" sz="1800" dirty="0">
                <a:solidFill>
                  <a:srgbClr val="19264B"/>
                </a:solidFill>
                <a:latin typeface="NanumGothic ExtraBold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NanumGothic ExtraBold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기업의 성공 확률 예측 </a:t>
            </a:r>
            <a:r>
              <a:rPr lang="en-US" altLang="ko-KR" sz="1800" dirty="0">
                <a:solidFill>
                  <a:srgbClr val="19264B"/>
                </a:solidFill>
                <a:latin typeface="NanumGothic ExtraBold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AI </a:t>
            </a:r>
            <a:r>
              <a:rPr lang="ko-KR" altLang="en-US" sz="1800" dirty="0">
                <a:solidFill>
                  <a:srgbClr val="19264B"/>
                </a:solidFill>
                <a:latin typeface="NanumGothic ExtraBold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알고리즘 개발</a:t>
            </a:r>
            <a:endParaRPr lang="en-US" altLang="ko-KR" sz="1800" dirty="0">
              <a:solidFill>
                <a:srgbClr val="19264B"/>
              </a:solidFill>
              <a:latin typeface="NanumGothic ExtraBold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891D8CC0-C61E-6442-7B9E-BA91FD6E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D19AF3F-50D2-0E70-FD03-CDB84C0F0BC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5DC776BC-7BCB-46EB-BC49-F6C03644B9B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C14516B-5B79-ECEB-89E4-DD79A934CB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F1561FC5-6EB4-D72E-531D-AC9DE708E16A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2DBD62-203C-EDAF-6C7E-B99E776CB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434" y="1055550"/>
            <a:ext cx="7285463" cy="1562694"/>
          </a:xfrm>
          <a:prstGeom prst="rect">
            <a:avLst/>
          </a:prstGeom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E8BE862F-BE28-F791-23A6-EB60EE1C9BFD}"/>
              </a:ext>
            </a:extLst>
          </p:cNvPr>
          <p:cNvSpPr txBox="1"/>
          <p:nvPr/>
        </p:nvSpPr>
        <p:spPr>
          <a:xfrm>
            <a:off x="1531434" y="3410607"/>
            <a:ext cx="2099942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Train: 4,375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개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Test: 1,754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개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9533C0-922B-889B-B092-1B784234E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048" y="2804097"/>
            <a:ext cx="1607681" cy="21678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5C6933-B7B9-0D74-46C3-A3C072573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4165" y="2937426"/>
            <a:ext cx="3828586" cy="17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3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144C60E-DF25-74E5-FC37-1E383AFB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AE9557D-3AA7-6D3D-DF08-14638B364D2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80C4D92-6D27-0525-D72D-9E43022A01A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33B32D6-C78E-520F-84B9-B6E58D1A65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787D8339-72BF-FAD0-4379-7F3236A0E954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시각화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FA8F19-EE07-952A-CE25-C52E0D06B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105" y="945232"/>
            <a:ext cx="3545447" cy="23351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612A5D-E8C0-FB83-7D3A-2EFD5E819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117" y="3243630"/>
            <a:ext cx="3545447" cy="16786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A521E14-110F-5B1B-50F0-CF3C16615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092" y="3243630"/>
            <a:ext cx="3505629" cy="16786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7037F27-F499-35E6-440D-4BC29DEC53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0512" y="1055550"/>
            <a:ext cx="2655799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3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CF3EA84-7483-CF55-6F9E-0478CB15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3E0035F-7111-64D5-38BF-66A6EA1A860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A1DBABB-6B1C-A6D5-B4CD-C8DE077834B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74E8102E-1FCC-653D-E167-0F6307B7C4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F6814509-0646-019E-F8C5-0311D1FC7B20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EDA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0B85C1-B1C6-65FF-D602-55086033C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104" y="967560"/>
            <a:ext cx="4021232" cy="18819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19B7D8-E35E-885D-4DBE-70451DB9A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553" y="2865463"/>
            <a:ext cx="3022973" cy="20471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0565E7-555D-3350-FB87-636577E31C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7605"/>
          <a:stretch/>
        </p:blipFill>
        <p:spPr>
          <a:xfrm>
            <a:off x="6200751" y="809124"/>
            <a:ext cx="1953088" cy="21999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72AA441-3B99-921B-8BFE-47C4BB47FB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5326"/>
          <a:stretch/>
        </p:blipFill>
        <p:spPr>
          <a:xfrm>
            <a:off x="4774081" y="3040921"/>
            <a:ext cx="3555792" cy="17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3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7673482-ECE9-70B4-056E-9362C1FA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A4FE983-1DA1-350C-18D2-D8B26C98D30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0AD6F0E-295E-A003-FB75-F09FF9B3A78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8B3160AB-D176-2C42-896B-259582700D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C1F3C85B-9DB7-F5B6-AB3C-DB340055CACF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결측치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처리 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529CFC-7E33-43D2-1E8D-9CBE3A489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673" y="1091073"/>
            <a:ext cx="3761595" cy="15815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397D9A-705B-7DA6-181F-C62D3A6E6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673" y="2892535"/>
            <a:ext cx="3946998" cy="1230314"/>
          </a:xfrm>
          <a:prstGeom prst="rect">
            <a:avLst/>
          </a:prstGeom>
        </p:spPr>
      </p:pic>
      <p:sp>
        <p:nvSpPr>
          <p:cNvPr id="9" name="Google Shape;83;p16">
            <a:extLst>
              <a:ext uri="{FF2B5EF4-FFF2-40B4-BE49-F238E27FC236}">
                <a16:creationId xmlns:a16="http://schemas.microsoft.com/office/drawing/2014/main" id="{3C28F1DE-1B51-0C70-4B5C-DC53CA09AA46}"/>
              </a:ext>
            </a:extLst>
          </p:cNvPr>
          <p:cNvSpPr txBox="1"/>
          <p:nvPr/>
        </p:nvSpPr>
        <p:spPr>
          <a:xfrm>
            <a:off x="1624565" y="4377047"/>
            <a:ext cx="5489913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보간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주어진 데이터의 누락된 값을 메꾸는 것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31151844-4740-068D-183D-5C66D89101A4}"/>
              </a:ext>
            </a:extLst>
          </p:cNvPr>
          <p:cNvSpPr txBox="1"/>
          <p:nvPr/>
        </p:nvSpPr>
        <p:spPr>
          <a:xfrm>
            <a:off x="4066873" y="447236"/>
            <a:ext cx="1619798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-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팀원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1(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수인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053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C77D3A5-0A4F-B847-AD94-305F9DF0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7339837E-7AE9-EE96-CEB5-4F4F768059C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9DC304A-226D-1130-B3C3-F20B67CBEE4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2C1B7C0-862E-525A-F9E8-9602DC2E02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4D5C2287-96BF-4CA2-09D7-F6DFBFB7C4F7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RandomForestRegression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33DE8B-9F26-8436-0FCF-8417BC2AC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673771" y="2845336"/>
            <a:ext cx="3250499" cy="216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774B8CB1-E602-2702-C107-5FBA6FF3641A}"/>
              </a:ext>
            </a:extLst>
          </p:cNvPr>
          <p:cNvSpPr txBox="1"/>
          <p:nvPr/>
        </p:nvSpPr>
        <p:spPr>
          <a:xfrm>
            <a:off x="1592246" y="947785"/>
            <a:ext cx="6039946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랜덤포레스트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알고리즘을 회귀 문제에 적용하는 것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여러 개의 결정 트리 분류기가 전체 데이터에서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배깅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방식으로 각자의 데이터를 샘플링해 개별적으로 학습한 후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예측값들의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평균을 통해 최종 결과를 예측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장점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과적합에 강함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변수 중요도 파악 가능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단점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시간이 더 걸림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해석이 어려움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5170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F5FE038-466B-DFFD-A257-A56B3E9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7CAF238-2008-973F-30E9-550BB7E15E2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40FFC5B-0B3F-09B5-5C93-5A8F8D370A7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43A49A8-2171-4368-B41A-06E479FE4B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83AB94C9-C7A9-8B6E-39FC-311BA6F1005C}"/>
              </a:ext>
            </a:extLst>
          </p:cNvPr>
          <p:cNvSpPr txBox="1"/>
          <p:nvPr/>
        </p:nvSpPr>
        <p:spPr>
          <a:xfrm>
            <a:off x="1592246" y="343451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LightGBM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6D373D64-C2B4-1BE9-910B-EB6183DB762D}"/>
              </a:ext>
            </a:extLst>
          </p:cNvPr>
          <p:cNvSpPr txBox="1"/>
          <p:nvPr/>
        </p:nvSpPr>
        <p:spPr>
          <a:xfrm>
            <a:off x="1592246" y="947785"/>
            <a:ext cx="6039946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XGBoost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의 단점인 긴 학습 시간을 보완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XGBoost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와 예측 성능에 큰 차이가 없으면서도 학습 시간이 더 짧고 메모리 사용량도 더 적음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단점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적은 데이터셋에 적용 시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과적합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발생이 쉬움 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(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리프 중심 트리 분할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</a:t>
            </a:r>
          </a:p>
        </p:txBody>
      </p:sp>
      <p:pic>
        <p:nvPicPr>
          <p:cNvPr id="2050" name="Picture 2" descr="Gradient Boosting Algorithm Guide with examples">
            <a:extLst>
              <a:ext uri="{FF2B5EF4-FFF2-40B4-BE49-F238E27FC236}">
                <a16:creationId xmlns:a16="http://schemas.microsoft.com/office/drawing/2014/main" id="{6D6540EE-56B7-4723-4DD8-C2A934626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958" y="2508724"/>
            <a:ext cx="3530684" cy="205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166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4642546F-88E5-FAB2-C0F3-040E9D66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3E2CB31-FAF3-855E-17EB-897FC93827B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6A378D08-F53F-6647-A1E5-A7E68132C3A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15CC429-BB3F-99B5-0448-C86EAD56F3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6742A58-549D-CD48-BB58-5A21CF9C8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263" y="3254494"/>
            <a:ext cx="7385347" cy="6974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3AB7399-F69E-75DA-3E98-1646F6C55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263" y="2406074"/>
            <a:ext cx="7385347" cy="668903"/>
          </a:xfrm>
          <a:prstGeom prst="rect">
            <a:avLst/>
          </a:prstGeom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6240DD31-6BDC-27C9-EAE6-B61091DF2B2B}"/>
              </a:ext>
            </a:extLst>
          </p:cNvPr>
          <p:cNvSpPr txBox="1"/>
          <p:nvPr/>
        </p:nvSpPr>
        <p:spPr>
          <a:xfrm>
            <a:off x="1592246" y="343451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팀원 별 최종 점수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1356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2845913-8CD7-33E0-A038-1F385FB2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16745C9-214A-6F23-55B6-8AC559147E0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95DDEB6-AD7E-C706-9FDB-F5728B24616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D58F136-26B5-D642-6B8F-4729FADFC4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74B4A12B-B9FC-0480-6073-110BFB34A618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결측값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EB6B456C-A5B7-7656-BC22-16439AF0EBDE}"/>
              </a:ext>
            </a:extLst>
          </p:cNvPr>
          <p:cNvSpPr txBox="1"/>
          <p:nvPr/>
        </p:nvSpPr>
        <p:spPr>
          <a:xfrm>
            <a:off x="1592246" y="947785"/>
            <a:ext cx="6039946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분야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기타로 채움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직원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중앙 값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고객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중앙 값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기업가치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Unknown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348" y="2636076"/>
            <a:ext cx="6152544" cy="796663"/>
          </a:xfrm>
          <a:prstGeom prst="rect">
            <a:avLst/>
          </a:prstGeom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B4972B7C-DF43-8B1B-DD75-688FC8168CD0}"/>
              </a:ext>
            </a:extLst>
          </p:cNvPr>
          <p:cNvSpPr txBox="1"/>
          <p:nvPr/>
        </p:nvSpPr>
        <p:spPr>
          <a:xfrm>
            <a:off x="4066873" y="447236"/>
            <a:ext cx="183212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-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팀원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2(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성민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773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7375B4E-A4C0-E999-20A5-DA3C815E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456F77F-BDE1-91E9-0332-63B7BE3E81B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6BC821F8-4A0B-F641-DEE2-B0704E637F9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99591AA-FDCA-B955-8EE9-D12174FA32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82E8CF86-9035-5802-94AA-0713878C46BF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전처리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1FC7DFA7-9108-86FE-E947-B0F614078C4B}"/>
              </a:ext>
            </a:extLst>
          </p:cNvPr>
          <p:cNvSpPr txBox="1"/>
          <p:nvPr/>
        </p:nvSpPr>
        <p:spPr>
          <a:xfrm>
            <a:off x="1592246" y="947785"/>
            <a:ext cx="6039946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ID drop 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-   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기업가치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중앙 값 선택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+ 1000, 6000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은 그대로 사용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투자단계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분야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원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핫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encoding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-   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투자금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연매출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SNS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팔로워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직원수는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log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씌움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   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246" y="3620724"/>
            <a:ext cx="6837365" cy="152277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246" y="2361457"/>
            <a:ext cx="6955339" cy="113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51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F53DDC1-8AC5-B0F9-3AED-82A86DF0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8A9E075-0227-B294-7D72-29594285560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6AF180D-B488-14D8-92EF-6C211AEDC7F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AEFA832-C317-3D56-C144-F174BA3CE9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A0D36D30-FCF7-FCE4-7ACE-FA83F8835247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예측 모델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05A4B2F3-04D3-D31F-3CA9-972903F90BEB}"/>
              </a:ext>
            </a:extLst>
          </p:cNvPr>
          <p:cNvSpPr txBox="1"/>
          <p:nvPr/>
        </p:nvSpPr>
        <p:spPr>
          <a:xfrm>
            <a:off x="1592246" y="947785"/>
            <a:ext cx="6039946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RandomForest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(</a:t>
            </a: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Optuna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)/</a:t>
            </a: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XGBoost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(</a:t>
            </a: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Optuna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사용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Soft Voting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앙상블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(7:3)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적용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   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941" y="3148574"/>
            <a:ext cx="4205023" cy="122424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953" y="4372821"/>
            <a:ext cx="2498622" cy="67068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929" y="1691770"/>
            <a:ext cx="3905372" cy="146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05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6F8F849-6D0B-0661-8622-5E4D7964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99C94E6-C46D-D95C-4487-9A17F5964EF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459794BF-89B1-C940-8FD7-1576232D2A5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63DA811-7A63-922E-5DAF-8BCE96988F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3863DDAA-B76C-FBC3-2274-67B85F5E6067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데이콘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제출 결과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1860528"/>
            <a:ext cx="7670643" cy="56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14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7673482-ECE9-70B4-056E-9362C1FA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A4FE983-1DA1-350C-18D2-D8B26C98D30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0AD6F0E-295E-A003-FB75-F09FF9B3A78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8B3160AB-D176-2C42-896B-259582700D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C1F3C85B-9DB7-F5B6-AB3C-DB340055CACF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결측치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89075-251A-FF79-35FD-1449C8BE9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565" y="968118"/>
            <a:ext cx="3950370" cy="2048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D09AF4-B99C-62B0-0EB7-381F7EA17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565" y="3060443"/>
            <a:ext cx="3378615" cy="1996692"/>
          </a:xfrm>
          <a:prstGeom prst="rect">
            <a:avLst/>
          </a:prstGeom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99856DEE-E776-6704-C1F8-5640FF3EC082}"/>
              </a:ext>
            </a:extLst>
          </p:cNvPr>
          <p:cNvSpPr txBox="1"/>
          <p:nvPr/>
        </p:nvSpPr>
        <p:spPr>
          <a:xfrm>
            <a:off x="4066873" y="447236"/>
            <a:ext cx="1754064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-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팀원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3(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석준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402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C77D3A5-0A4F-B847-AD94-305F9DF0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7339837E-7AE9-EE96-CEB5-4F4F768059C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9DC304A-226D-1130-B3C3-F20B67CBEE4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2C1B7C0-862E-525A-F9E8-9602DC2E02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4D5C2287-96BF-4CA2-09D7-F6DFBFB7C4F7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XGBoost</a:t>
            </a: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with </a:t>
            </a: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hyperopt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7F632-31F8-5D45-DF0F-8A3D3580E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00" y="968118"/>
            <a:ext cx="1673470" cy="1700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209C1A-9A03-E2BD-D8E0-47D459774633}"/>
              </a:ext>
            </a:extLst>
          </p:cNvPr>
          <p:cNvSpPr txBox="1"/>
          <p:nvPr/>
        </p:nvSpPr>
        <p:spPr>
          <a:xfrm>
            <a:off x="3685013" y="6867200"/>
            <a:ext cx="1385744" cy="751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D939D-B0CE-FA49-9EF0-A6FA646D4251}"/>
              </a:ext>
            </a:extLst>
          </p:cNvPr>
          <p:cNvSpPr txBox="1"/>
          <p:nvPr/>
        </p:nvSpPr>
        <p:spPr>
          <a:xfrm>
            <a:off x="5089199" y="3641371"/>
            <a:ext cx="1600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MAE: 0.1944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menlo"/>
            </a:endParaRPr>
          </a:p>
          <a:p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MSE: 0.0536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menlo"/>
            </a:endParaRPr>
          </a:p>
          <a:p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RMSE: 0.2316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menlo"/>
            </a:endParaRPr>
          </a:p>
          <a:p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R²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Score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: -0.0070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867B7A-C095-4060-F768-27C4AD9FE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556" y="2478650"/>
            <a:ext cx="1827235" cy="1243167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BA76C3AF-FD1B-D5AF-BA1E-F0E6351D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054" y="2865897"/>
            <a:ext cx="1713666" cy="178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F94D06-2A14-7F71-CDCE-C5E2E1547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9821" y="111795"/>
            <a:ext cx="3122638" cy="2233712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7BD3CC2-1F28-DC68-FCBF-BD77FFA35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56" y="934574"/>
            <a:ext cx="1728106" cy="17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E8C6ADB-02A0-C8E9-99CE-1568F8AC6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790" y="2478650"/>
            <a:ext cx="1600977" cy="120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B33592A-690B-ADFF-34DA-621EA739A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56" y="2859833"/>
            <a:ext cx="1713665" cy="178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DC83A1-95E6-2FB1-DA21-5EBDCE6C387E}"/>
              </a:ext>
            </a:extLst>
          </p:cNvPr>
          <p:cNvSpPr txBox="1"/>
          <p:nvPr/>
        </p:nvSpPr>
        <p:spPr>
          <a:xfrm>
            <a:off x="6831140" y="3641371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sz="1000" dirty="0"/>
              <a:t>MAE: 0.1917</a:t>
            </a:r>
          </a:p>
          <a:p>
            <a:r>
              <a:rPr lang="pt-BR" altLang="ko-KR" sz="1000" dirty="0"/>
              <a:t>MSE: 0.0530</a:t>
            </a:r>
          </a:p>
          <a:p>
            <a:r>
              <a:rPr lang="pt-BR" altLang="ko-KR" sz="1000" dirty="0"/>
              <a:t>RMSE: 0.2302 </a:t>
            </a:r>
          </a:p>
          <a:p>
            <a:r>
              <a:rPr lang="pt-BR" altLang="ko-KR" sz="1000" dirty="0"/>
              <a:t>R² Score: 0.0048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F0B759-1780-28D8-EC75-E26E9F557400}"/>
              </a:ext>
            </a:extLst>
          </p:cNvPr>
          <p:cNvSpPr txBox="1"/>
          <p:nvPr/>
        </p:nvSpPr>
        <p:spPr>
          <a:xfrm>
            <a:off x="4716125" y="4674443"/>
            <a:ext cx="4230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XGBoost</a:t>
            </a:r>
            <a:r>
              <a:rPr lang="en-US" altLang="ko-KR" dirty="0"/>
              <a:t>(</a:t>
            </a:r>
            <a:r>
              <a:rPr lang="ko-KR" altLang="en-US" dirty="0"/>
              <a:t>왼쪽</a:t>
            </a:r>
            <a:r>
              <a:rPr lang="en-US" altLang="ko-KR" dirty="0"/>
              <a:t>), </a:t>
            </a:r>
            <a:r>
              <a:rPr lang="en-US" altLang="ko-KR" dirty="0" err="1"/>
              <a:t>XGBoost</a:t>
            </a:r>
            <a:r>
              <a:rPr lang="en-US" altLang="ko-KR" dirty="0"/>
              <a:t> with hyper opt (</a:t>
            </a:r>
            <a:r>
              <a:rPr lang="ko-KR" altLang="en-US" dirty="0"/>
              <a:t>오른쪽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5110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F5FE038-466B-DFFD-A257-A56B3E9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7CAF238-2008-973F-30E9-550BB7E15E2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40FFC5B-0B3F-09B5-5C93-5A8F8D370A7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43A49A8-2171-4368-B41A-06E479FE4B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83AB94C9-C7A9-8B6E-39FC-311BA6F1005C}"/>
              </a:ext>
            </a:extLst>
          </p:cNvPr>
          <p:cNvSpPr txBox="1"/>
          <p:nvPr/>
        </p:nvSpPr>
        <p:spPr>
          <a:xfrm>
            <a:off x="1592246" y="343451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Knn</a:t>
            </a: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with </a:t>
            </a: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kmeans</a:t>
            </a: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cluster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B4DC1FD3-7EC2-3D4D-C21A-3A7CD14DF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889" y="1299137"/>
            <a:ext cx="2207228" cy="168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2C446530-F5FD-5C89-061A-6A198F15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274" y="875469"/>
            <a:ext cx="2264142" cy="2244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6AD52967-B5D2-8C33-2F00-AC7A30071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28" y="882030"/>
            <a:ext cx="2742537" cy="22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14E34-FAEB-1F4B-9410-40434CB4464A}"/>
              </a:ext>
            </a:extLst>
          </p:cNvPr>
          <p:cNvSpPr txBox="1"/>
          <p:nvPr/>
        </p:nvSpPr>
        <p:spPr>
          <a:xfrm>
            <a:off x="6381849" y="3662200"/>
            <a:ext cx="16282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sz="1000" dirty="0"/>
              <a:t>MAE: 0.1941</a:t>
            </a:r>
          </a:p>
          <a:p>
            <a:r>
              <a:rPr lang="pt-BR" altLang="ko-KR" sz="1000" dirty="0"/>
              <a:t>MSE: 0.0532</a:t>
            </a:r>
          </a:p>
          <a:p>
            <a:r>
              <a:rPr lang="pt-BR" altLang="ko-KR" sz="1000" dirty="0"/>
              <a:t>RMSE: 0.2306 </a:t>
            </a:r>
          </a:p>
          <a:p>
            <a:r>
              <a:rPr lang="pt-BR" altLang="ko-KR" sz="1000" dirty="0"/>
              <a:t>R² Score: 0.0012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FC565-3602-818E-9BDC-85E6A154C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319" y="3736036"/>
            <a:ext cx="4024394" cy="6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4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4642546F-88E5-FAB2-C0F3-040E9D66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3E2CB31-FAF3-855E-17EB-897FC93827B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6A378D08-F53F-6647-A1E5-A7E68132C3A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15CC429-BB3F-99B5-0448-C86EAD56F3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6240DD31-6BDC-27C9-EAE6-B61091DF2B2B}"/>
              </a:ext>
            </a:extLst>
          </p:cNvPr>
          <p:cNvSpPr txBox="1"/>
          <p:nvPr/>
        </p:nvSpPr>
        <p:spPr>
          <a:xfrm>
            <a:off x="1592246" y="343451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팀원 별 최종 점수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820E1-CCB5-6F5E-4F97-17AA7D6CF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3" r="18929"/>
          <a:stretch/>
        </p:blipFill>
        <p:spPr>
          <a:xfrm>
            <a:off x="1724721" y="3271024"/>
            <a:ext cx="7127041" cy="383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0940FD-8955-1857-63F1-641D66878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722" y="2029522"/>
            <a:ext cx="6530592" cy="101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74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2845913-8CD7-33E0-A038-1F385FB2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16745C9-214A-6F23-55B6-8AC559147E0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95DDEB6-AD7E-C706-9FDB-F5728B24616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D58F136-26B5-D642-6B8F-4729FADFC4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74B4A12B-B9FC-0480-6073-110BFB34A618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결측값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EB6B456C-A5B7-7656-BC22-16439AF0EBDE}"/>
              </a:ext>
            </a:extLst>
          </p:cNvPr>
          <p:cNvSpPr txBox="1"/>
          <p:nvPr/>
        </p:nvSpPr>
        <p:spPr>
          <a:xfrm>
            <a:off x="1592246" y="947785"/>
            <a:ext cx="6039946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분야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기타로 채움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직원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평균 값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고객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국가 그룹의 중앙 값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기업가치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평균 값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424A8E-7DFB-39E1-2150-9BA4EDE0D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664" y="2603713"/>
            <a:ext cx="4984590" cy="4459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55603F-B85B-DF9C-36E2-764BF53AF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664" y="3186619"/>
            <a:ext cx="5740150" cy="4755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34F8E7-3F3E-E74B-B1C5-EA03AE2B6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676" y="3739466"/>
            <a:ext cx="7882324" cy="4926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D32D8A1-BDEA-4DB0-8302-F55CE438DE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664" y="4309386"/>
            <a:ext cx="7551766" cy="442594"/>
          </a:xfrm>
          <a:prstGeom prst="rect">
            <a:avLst/>
          </a:prstGeom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CFEFD8E0-460A-F82F-A6E9-44598DD02684}"/>
              </a:ext>
            </a:extLst>
          </p:cNvPr>
          <p:cNvSpPr txBox="1"/>
          <p:nvPr/>
        </p:nvSpPr>
        <p:spPr>
          <a:xfrm>
            <a:off x="4066873" y="447236"/>
            <a:ext cx="1754064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팀원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4(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승운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8140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7375B4E-A4C0-E999-20A5-DA3C815E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456F77F-BDE1-91E9-0332-63B7BE3E81B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6BC821F8-4A0B-F641-DEE2-B0704E637F9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99591AA-FDCA-B955-8EE9-D12174FA32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82E8CF86-9035-5802-94AA-0713878C46BF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전처리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1FC7DFA7-9108-86FE-E947-B0F614078C4B}"/>
              </a:ext>
            </a:extLst>
          </p:cNvPr>
          <p:cNvSpPr txBox="1"/>
          <p:nvPr/>
        </p:nvSpPr>
        <p:spPr>
          <a:xfrm>
            <a:off x="1592246" y="947785"/>
            <a:ext cx="6039946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ID,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설립연도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,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국가 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drop 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분야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원 핫 인코딩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기업가치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1500-2500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과 같은 형식이므로 중앙 값 선택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투자단계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ordinal encoding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     Seed -&gt; Series A ~ C -&gt; IPO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순서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차원 축소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PCA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활용하여 차원 축소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   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DD5C7-D545-7EBB-7D66-B103DA0AF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565" y="2891193"/>
            <a:ext cx="5428000" cy="471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BCC32E-70C7-669C-0EEF-309821B25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564" y="3416572"/>
            <a:ext cx="4107837" cy="3877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FCBB088-F95F-092A-E2C1-20AC58D38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564" y="3821381"/>
            <a:ext cx="5732130" cy="39070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43F1C9B-A5ED-C33B-CE96-0823318903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564" y="4253244"/>
            <a:ext cx="3611783" cy="8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7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F53DDC1-8AC5-B0F9-3AED-82A86DF0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8A9E075-0227-B294-7D72-29594285560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6AF180D-B488-14D8-92EF-6C211AEDC7F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AEFA832-C317-3D56-C144-F174BA3CE9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A0D36D30-FCF7-FCE4-7ACE-FA83F8835247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예측 모델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05A4B2F3-04D3-D31F-3CA9-972903F90BEB}"/>
              </a:ext>
            </a:extLst>
          </p:cNvPr>
          <p:cNvSpPr txBox="1"/>
          <p:nvPr/>
        </p:nvSpPr>
        <p:spPr>
          <a:xfrm>
            <a:off x="1592246" y="947785"/>
            <a:ext cx="6039946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RandomForest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활용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   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C0C4A2-54CD-573B-E406-B33C8BEF9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06" y="1700531"/>
            <a:ext cx="6300332" cy="203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29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6F8F849-6D0B-0661-8622-5E4D7964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99C94E6-C46D-D95C-4487-9A17F5964EF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459794BF-89B1-C940-8FD7-1576232D2A5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63DA811-7A63-922E-5DAF-8BCE96988F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3863DDAA-B76C-FBC3-2274-67B85F5E6067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데이콘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제출 결과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42A6BE-FA47-B18E-C027-A47CD8851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984" y="3936418"/>
            <a:ext cx="7664957" cy="7775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0D33C7-1861-7490-060A-EEF7EF1EB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992" y="930446"/>
            <a:ext cx="5338256" cy="274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53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3ABE719-3CFB-58C5-C524-AF1201C3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B78A6D83-1851-9CC2-6D21-972C133F375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FB4375E2-B50A-7E61-4153-40D6C72566F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5C7CEA4-2EA1-047C-B883-AA9AD3EDB2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B2F85A59-F308-EC99-284C-3DDD9AA4BDBB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결측값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91879C12-EECF-F3A3-5568-5240D673FC42}"/>
              </a:ext>
            </a:extLst>
          </p:cNvPr>
          <p:cNvSpPr txBox="1"/>
          <p:nvPr/>
        </p:nvSpPr>
        <p:spPr>
          <a:xfrm>
            <a:off x="1592246" y="947785"/>
            <a:ext cx="6039946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분야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최빈값</a:t>
            </a:r>
            <a:endParaRPr lang="ko-KR" altLang="en-US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직원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중앙값 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고객 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중앙값  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기업가치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: </a:t>
            </a:r>
            <a:r>
              <a:rPr lang="ko-KR" altLang="en-US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최빈값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</p:txBody>
      </p:sp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DE2AE3F2-A564-895E-1373-ADB42130B673}"/>
              </a:ext>
            </a:extLst>
          </p:cNvPr>
          <p:cNvSpPr txBox="1"/>
          <p:nvPr/>
        </p:nvSpPr>
        <p:spPr>
          <a:xfrm>
            <a:off x="4066873" y="447236"/>
            <a:ext cx="1754064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-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팀원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4(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승미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2CBF4F-EDF2-DA62-83F6-9AA8D0E3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9781"/>
          <a:stretch/>
        </p:blipFill>
        <p:spPr>
          <a:xfrm>
            <a:off x="1552027" y="2370625"/>
            <a:ext cx="5205612" cy="145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08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3AB5BB3-7B4F-873F-15A5-43B8EA214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302BFE0-CAAF-C5BF-D580-49280A48B8B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81E4389-6302-D577-42CE-F928CC928DA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CBBF574-91D6-7F4E-6FE7-FB069431F8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EACEDF67-08AC-5B12-CD66-35984A0D1F5B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전처리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0D165F-D72F-B026-5BCE-842ABA7C4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746" y="2388574"/>
            <a:ext cx="3916469" cy="4468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1C0C467-FAF6-095B-6920-51A076E11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746" y="1431315"/>
            <a:ext cx="6081287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27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ACF6364-F4DB-5B17-B718-940D9E32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CAB665C-9CBA-9BFB-CEDD-6D3662AA753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D6647EA9-C660-5272-04A6-EC01EB3D509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E04882B0-B6F1-30EC-21EE-7BD14C39F3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41439884-2B4A-23A2-EBC6-DBF2D1812E3A}"/>
              </a:ext>
            </a:extLst>
          </p:cNvPr>
          <p:cNvSpPr txBox="1"/>
          <p:nvPr/>
        </p:nvSpPr>
        <p:spPr>
          <a:xfrm>
            <a:off x="1624565" y="429539"/>
            <a:ext cx="330799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예측 모델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3E317DC8-87F7-C278-9CC9-01CEB9B50CC9}"/>
              </a:ext>
            </a:extLst>
          </p:cNvPr>
          <p:cNvSpPr txBox="1"/>
          <p:nvPr/>
        </p:nvSpPr>
        <p:spPr>
          <a:xfrm>
            <a:off x="1592246" y="947785"/>
            <a:ext cx="6039946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XGBoost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와 </a:t>
            </a:r>
            <a:r>
              <a:rPr lang="en-US" altLang="ko-KR" sz="1800" dirty="0" err="1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RandomForest</a:t>
            </a: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</a:t>
            </a:r>
            <a:r>
              <a:rPr lang="ko-KR" altLang="en-US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활용</a:t>
            </a:r>
            <a:endParaRPr lang="en-US" altLang="ko-KR" sz="1800" dirty="0">
              <a:solidFill>
                <a:srgbClr val="19264B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19264B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  <a:sym typeface="NanumGothic ExtraBold"/>
              </a:rPr>
              <a:t>    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F5C6EF-1C86-8ED6-130E-021D6AF87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234" y="1486364"/>
            <a:ext cx="4013517" cy="18004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D03C6F-EF18-61C0-BF33-160FA9E50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234" y="3373983"/>
            <a:ext cx="4080446" cy="160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86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9D03D4D-4BBE-7A5A-1B9C-78EE34E6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1B97F75-2D4B-5721-6921-E00CF2BD95F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A59F3D6-67A8-FFBE-F13F-384E9218308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F058201-D15D-B2EC-715C-9B488B6C8F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5055DA2C-7499-B157-BA17-224832D8A05C}"/>
              </a:ext>
            </a:extLst>
          </p:cNvPr>
          <p:cNvSpPr txBox="1"/>
          <p:nvPr/>
        </p:nvSpPr>
        <p:spPr>
          <a:xfrm>
            <a:off x="3914283" y="2064567"/>
            <a:ext cx="4363639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r>
              <a:rPr lang="en-US" altLang="ko-KR" sz="32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</a:t>
            </a:r>
            <a:endParaRPr sz="32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698012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453</Words>
  <Application>Microsoft Office PowerPoint</Application>
  <PresentationFormat>화면 슬라이드 쇼(16:9)</PresentationFormat>
  <Paragraphs>104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Arial Unicode MS</vt:lpstr>
      <vt:lpstr>Malgun Gothic Semilight</vt:lpstr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Suin Shin</dc:creator>
  <cp:lastModifiedBy>승미 김</cp:lastModifiedBy>
  <cp:revision>6</cp:revision>
  <dcterms:modified xsi:type="dcterms:W3CDTF">2025-05-27T07:34:13Z</dcterms:modified>
</cp:coreProperties>
</file>